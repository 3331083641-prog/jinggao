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导师：测试导师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合成 PPTX 检查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作者单位：验证大学</a:t>
            </a:r>
          </a:p>
          <a:p>
            <a:r>
              <a:t>邮箱：synthetic@example.org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合成作者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